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C267"/>
    <a:srgbClr val="624735"/>
    <a:srgbClr val="AB7E61"/>
    <a:srgbClr val="FFD2A7"/>
    <a:srgbClr val="B2764A"/>
    <a:srgbClr val="8035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21"/>
  </p:normalViewPr>
  <p:slideViewPr>
    <p:cSldViewPr snapToGrid="0">
      <p:cViewPr varScale="1">
        <p:scale>
          <a:sx n="88" d="100"/>
          <a:sy n="88" d="100"/>
        </p:scale>
        <p:origin x="20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68D3CD-D402-FF4E-4ADD-8C2F846C8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F1892D3-CC7F-394B-4BAB-02237785C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B8E22A-0F44-4C3D-487F-88673CAFE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BF8C-014F-734F-A6E5-A7BE4BDA16F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75D2F2-46FE-C0DE-91EF-09221D86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EDD059-9A2C-9052-64B4-D4B3A94D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2CAB-74E7-4E4B-A86D-1B6D9EEF2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1648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96441B-0344-582F-C4B0-F58E3DA7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B67DE9-1142-8668-4CCA-BD86B83D1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D7E216-E6A6-7B14-5C42-A9F24033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BF8C-014F-734F-A6E5-A7BE4BDA16F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514671-E66E-ED01-862E-804B4EFAD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D953EC-AFE9-CDAB-0AF6-71969BF1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2CAB-74E7-4E4B-A86D-1B6D9EEF2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524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7BA816-E71E-7CB7-4A48-1C23B72B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CA0AA0-3FE3-0486-0FC6-37803794C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43C886-7684-3B10-5735-C328FA6F6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BF8C-014F-734F-A6E5-A7BE4BDA16F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EC8862-21AF-6000-7983-D769B679E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9AAC8B-4FA7-FB1D-30F8-F920E1AA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2CAB-74E7-4E4B-A86D-1B6D9EEF2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587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DD90E2-FA38-EA44-A127-031E4C68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34931C-C63F-AAFA-BAD2-1C3BFE5AF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217C0A-40DC-9AFF-E38C-C488EB90D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0296E93-9E8E-8249-7C6D-BA72E787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BF8C-014F-734F-A6E5-A7BE4BDA16F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FBA2DF-EA69-D998-86ED-26A447884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4AE91E-2351-118F-9991-5CC81C19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2CAB-74E7-4E4B-A86D-1B6D9EEF2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9906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5938D0-6287-C308-0AC4-4DAF85947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9D00199-7678-EB97-6250-4FAE0CED0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5D4A305-B95A-71FC-2BB2-FFDA8E0B4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E3A0996-89F5-3B04-ECFF-B59535EE2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7C0CE3B-5D6B-B772-1461-6860CBB967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410B875-2CD8-991A-F879-AEA5871A6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BF8C-014F-734F-A6E5-A7BE4BDA16F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ABDA820-38DA-2299-B0B6-1D5009195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DBB7BE9-981B-509D-F255-8342086A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2CAB-74E7-4E4B-A86D-1B6D9EEF2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3265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1A21CA-0D4F-4D07-527F-3CC6B653E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BBCC54B-CAB6-4151-057D-2DF44F8D3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BF8C-014F-734F-A6E5-A7BE4BDA16F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8AA2F74-BEF1-F7D4-169F-5FEB1807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73A0C56-6A56-2347-9194-E143AEE56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2CAB-74E7-4E4B-A86D-1B6D9EEF2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591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3F8BD32-4110-E728-90FF-1693728EC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BF8C-014F-734F-A6E5-A7BE4BDA16F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68D0C0E-3CE0-E75A-D048-7CD2C469E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2FFFA0-9FE1-CD88-871C-897D5174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2CAB-74E7-4E4B-A86D-1B6D9EEF2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276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0CFFA7-0FF6-8D4E-4A7E-CEBD6B24F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2CFF08-5564-C656-9272-A47217704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E68AB3-8638-FF0D-C8AC-5893EEB25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4F9D53-617B-1C9C-9722-CA63FA91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BF8C-014F-734F-A6E5-A7BE4BDA16F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FB7C4E-832B-57FB-8A79-B4961A79E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588F43A-EE4D-E822-9F36-232B744AD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2CAB-74E7-4E4B-A86D-1B6D9EEF2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928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2E26F3-C376-F53A-7256-78E52AB42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1276494-609D-822D-7CA5-D42A93CC9A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BA74B4D-32C3-21F7-9301-95C579188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C61255-E732-027B-04FF-CBE0F91E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BF8C-014F-734F-A6E5-A7BE4BDA16F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C6248C-FBF8-73D2-9C69-99C4ED684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8DF8FF-0F1E-27C6-B760-30AA6EC0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2CAB-74E7-4E4B-A86D-1B6D9EEF2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5132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3974F9-1E32-5412-8695-3779560D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7BBF27-4429-8371-B6C4-6890611A2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0E0BB0-FEE2-EA31-2775-5B93AF665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BF8C-014F-734F-A6E5-A7BE4BDA16F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CEAEB9-D176-8BD7-9A4D-716817CBA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617F90-B3C9-7146-750D-7ACC8D2AD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2CAB-74E7-4E4B-A86D-1B6D9EEF2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6589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AB4173B-FD41-711D-023C-104FB6576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891509-E52A-4100-0229-347A6506E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91B387-57B3-C58C-D66E-25AD06BBB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BF8C-014F-734F-A6E5-A7BE4BDA16F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A80BE8-BA8F-4D20-78B7-1E1F14D9B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C7C4B1-1842-FE07-3E6E-BEDA8115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2CAB-74E7-4E4B-A86D-1B6D9EEF2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617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CF45DDC-CBB0-9353-BA75-68A9EE087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26C6A6-7132-FFA1-377F-2B29D9192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969DC8-4E9E-C118-3DE4-A8EE619D1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57BF8C-014F-734F-A6E5-A7BE4BDA16F2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EE6F3F-1115-08D4-F918-68EFBCF3C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AB78F4-12BD-FB1A-626B-3912A5407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652CAB-74E7-4E4B-A86D-1B6D9EEF2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5792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76CC4C-D178-BCD4-802B-03CDBD831B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3D785C9-9BE8-5B6A-611F-2528569A77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145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D3AE9130-FC78-6951-0A35-CC5761AB05F7}"/>
              </a:ext>
            </a:extLst>
          </p:cNvPr>
          <p:cNvGrpSpPr/>
          <p:nvPr/>
        </p:nvGrpSpPr>
        <p:grpSpPr>
          <a:xfrm>
            <a:off x="1284514" y="1172028"/>
            <a:ext cx="1259633" cy="1260000"/>
            <a:chOff x="1415147" y="2569029"/>
            <a:chExt cx="1259633" cy="1260000"/>
          </a:xfrm>
        </p:grpSpPr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D34D53A9-36DE-9916-C207-5AC0B10002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5147" y="2569029"/>
              <a:ext cx="1259633" cy="1260000"/>
            </a:xfrm>
            <a:prstGeom prst="ellipse">
              <a:avLst/>
            </a:prstGeom>
            <a:solidFill>
              <a:srgbClr val="624735"/>
            </a:solidFill>
            <a:ln w="76200">
              <a:solidFill>
                <a:srgbClr val="AB7E6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" name="グラフィックス 6" descr="拡大鏡 単色塗りつぶし">
              <a:extLst>
                <a:ext uri="{FF2B5EF4-FFF2-40B4-BE49-F238E27FC236}">
                  <a16:creationId xmlns:a16="http://schemas.microsoft.com/office/drawing/2014/main" id="{80148A7D-936D-0C01-6F56-EFAE20493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02277" y="2756343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42F8D96D-0819-1CE4-11C8-F02CA4E5EAA9}"/>
              </a:ext>
            </a:extLst>
          </p:cNvPr>
          <p:cNvGrpSpPr/>
          <p:nvPr/>
        </p:nvGrpSpPr>
        <p:grpSpPr>
          <a:xfrm>
            <a:off x="2544147" y="3886200"/>
            <a:ext cx="1259633" cy="1260000"/>
            <a:chOff x="2544147" y="3886200"/>
            <a:chExt cx="1259633" cy="1260000"/>
          </a:xfrm>
        </p:grpSpPr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43303A36-839D-7B88-7A85-48C7CEE655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4147" y="3886200"/>
              <a:ext cx="1259633" cy="1260000"/>
            </a:xfrm>
            <a:prstGeom prst="ellipse">
              <a:avLst/>
            </a:prstGeom>
            <a:solidFill>
              <a:srgbClr val="624735"/>
            </a:solidFill>
            <a:ln w="76200">
              <a:solidFill>
                <a:srgbClr val="AB7E6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グラフィックス 4" descr="追加 単色塗りつぶし">
              <a:extLst>
                <a:ext uri="{FF2B5EF4-FFF2-40B4-BE49-F238E27FC236}">
                  <a16:creationId xmlns:a16="http://schemas.microsoft.com/office/drawing/2014/main" id="{7A40012E-512A-562A-378A-6A41AFBD2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16763" y="4059000"/>
              <a:ext cx="914400" cy="914400"/>
            </a:xfrm>
            <a:prstGeom prst="rect">
              <a:avLst/>
            </a:prstGeom>
          </p:spPr>
        </p:pic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84C58B50-E4E8-8D4D-E02B-5E1754F0E0B8}"/>
              </a:ext>
            </a:extLst>
          </p:cNvPr>
          <p:cNvGrpSpPr/>
          <p:nvPr/>
        </p:nvGrpSpPr>
        <p:grpSpPr>
          <a:xfrm>
            <a:off x="4351175" y="3713400"/>
            <a:ext cx="1259633" cy="1260000"/>
            <a:chOff x="4351175" y="3713400"/>
            <a:chExt cx="1259633" cy="1260000"/>
          </a:xfrm>
        </p:grpSpPr>
        <p:sp>
          <p:nvSpPr>
            <p:cNvPr id="17" name="円/楕円 16">
              <a:extLst>
                <a:ext uri="{FF2B5EF4-FFF2-40B4-BE49-F238E27FC236}">
                  <a16:creationId xmlns:a16="http://schemas.microsoft.com/office/drawing/2014/main" id="{85480AE4-27F1-714E-EA62-04546ED401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1175" y="3713400"/>
              <a:ext cx="1259633" cy="1260000"/>
            </a:xfrm>
            <a:prstGeom prst="ellipse">
              <a:avLst/>
            </a:prstGeom>
            <a:solidFill>
              <a:srgbClr val="624735"/>
            </a:solidFill>
            <a:ln w="76200">
              <a:solidFill>
                <a:srgbClr val="AB7E6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" name="グラフィックス 8" descr="鉛筆 単色塗りつぶし">
              <a:extLst>
                <a:ext uri="{FF2B5EF4-FFF2-40B4-BE49-F238E27FC236}">
                  <a16:creationId xmlns:a16="http://schemas.microsoft.com/office/drawing/2014/main" id="{0F2F4915-25FD-7AF7-5DDC-A0345994F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66991" y="3929400"/>
              <a:ext cx="828000" cy="82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908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0</Words>
  <Application>Microsoft Macintosh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araiguuuma yoneken</dc:creator>
  <cp:lastModifiedBy>araiguuuma yoneken</cp:lastModifiedBy>
  <cp:revision>1</cp:revision>
  <dcterms:created xsi:type="dcterms:W3CDTF">2026-03-23T12:02:11Z</dcterms:created>
  <dcterms:modified xsi:type="dcterms:W3CDTF">2026-03-23T15:44:26Z</dcterms:modified>
</cp:coreProperties>
</file>